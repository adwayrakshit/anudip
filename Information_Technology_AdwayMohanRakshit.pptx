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27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598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883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62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460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268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036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40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676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127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765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801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2173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3191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4610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684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211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928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Information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IT</a:t>
            </a:r>
          </a:p>
          <a:p>
            <a:pPr lvl="1"/>
            <a:r>
              <a:t>Concepts, systems, and applications</a:t>
            </a:r>
          </a:p>
          <a:p>
            <a:pPr lvl="1"/>
            <a:r>
              <a:t>Role in business and society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Information Technology?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of computers and digital systems</a:t>
            </a:r>
          </a:p>
          <a:p>
            <a:pPr lvl="1"/>
            <a:r>
              <a:t>Store, process, and manage information</a:t>
            </a:r>
          </a:p>
          <a:p>
            <a:pPr lvl="1"/>
            <a:r>
              <a:t>Supports communication and decision-making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vs Computer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focuses on application and management</a:t>
            </a:r>
          </a:p>
          <a:p>
            <a:pPr lvl="1"/>
            <a:r>
              <a:t>Computer Science focuses on algorithms and theory</a:t>
            </a:r>
          </a:p>
          <a:p>
            <a:pPr lvl="1"/>
            <a:r>
              <a:t>Practical implementation vs system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Automation of tasks</a:t>
            </a:r>
          </a:p>
          <a:p>
            <a:pPr lvl="1"/>
            <a:r>
              <a:t>Efficient communication</a:t>
            </a:r>
          </a:p>
          <a:p>
            <a:pPr lvl="1"/>
            <a:r>
              <a:t>Data-driven decisions</a:t>
            </a:r>
          </a:p>
          <a:p>
            <a:pPr lvl="1"/>
            <a:r>
              <a:t>Global connectivity</a:t>
            </a:r>
          </a:p>
          <a:p>
            <a:pPr lvl="1"/>
            <a:r>
              <a:t>Innovation across industries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Components of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Hardware</a:t>
            </a:r>
          </a:p>
          <a:p>
            <a:pPr lvl="1"/>
            <a:r>
              <a:t>Software</a:t>
            </a:r>
          </a:p>
          <a:p>
            <a:pPr lvl="1"/>
            <a:r>
              <a:t>Networking</a:t>
            </a:r>
          </a:p>
          <a:p>
            <a:pPr lvl="1"/>
            <a:r>
              <a:t>Data</a:t>
            </a:r>
          </a:p>
          <a:p>
            <a:pPr lvl="1"/>
            <a:r>
              <a:t>People and Processes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devices (keyboard, mouse, scanner)</a:t>
            </a:r>
          </a:p>
          <a:p>
            <a:pPr lvl="1"/>
            <a:r>
              <a:t>Output devices (monitor, printer)</a:t>
            </a:r>
          </a:p>
          <a:p>
            <a:pPr lvl="1"/>
            <a:r>
              <a:t>CPU (Control Unit + ALU)</a:t>
            </a:r>
          </a:p>
          <a:p>
            <a:pPr lvl="1"/>
            <a:r>
              <a:t>Memory (RAM, ROM)</a:t>
            </a:r>
          </a:p>
          <a:p>
            <a:pPr lvl="1"/>
            <a:r>
              <a:t>Storage (HDD, SSD)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Software (Windows, Linux)</a:t>
            </a:r>
          </a:p>
          <a:p>
            <a:pPr lvl="1"/>
            <a:r>
              <a:t>Application Software (MS Office, Browsers)</a:t>
            </a:r>
          </a:p>
          <a:p>
            <a:pPr lvl="1"/>
            <a:r>
              <a:t>Utility Software (Antivirus, Backup tools)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Networking and 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LAN, MAN, WAN, PAN</a:t>
            </a:r>
          </a:p>
          <a:p>
            <a:pPr lvl="1"/>
            <a:r>
              <a:t>Internet as global network</a:t>
            </a:r>
          </a:p>
          <a:p>
            <a:pPr lvl="1"/>
            <a:r>
              <a:t>Devices: Router, Switch, Modem, Access Point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Management Systems (DBMS)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Structured data storage</a:t>
            </a:r>
          </a:p>
          <a:p>
            <a:pPr lvl="1"/>
            <a:r>
              <a:t>Examples: MySQL, Oracle, SQL Server</a:t>
            </a:r>
          </a:p>
          <a:p>
            <a:pPr lvl="1"/>
            <a:r>
              <a:t>SQL for managing data</a:t>
            </a:r>
          </a:p>
          <a:p>
            <a:pPr lvl="1"/>
            <a:r>
              <a:t>Ensures data integrity and security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Information Security &amp; 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Protects data and systems</a:t>
            </a:r>
          </a:p>
          <a:p>
            <a:pPr lvl="1"/>
            <a:r>
              <a:t>Threats: Malware, phishing, ransomware</a:t>
            </a:r>
          </a:p>
          <a:p>
            <a:pPr lvl="1"/>
            <a:r>
              <a:t>Measures: Firewalls, encryption, authentication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Services over the Internet</a:t>
            </a:r>
          </a:p>
          <a:p>
            <a:pPr lvl="1"/>
            <a:r>
              <a:t>Models: IaaS, PaaS, SaaS</a:t>
            </a:r>
          </a:p>
          <a:p>
            <a:pPr lvl="1"/>
            <a:r>
              <a:t>Benefits: Scalability and cost efficiency</a:t>
            </a:r>
          </a:p>
          <a:p>
            <a:pPr lvl="1"/>
            <a:r>
              <a:t>Providers: AWS, Azure, Google Cloud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Emerging IT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Artificial Intelligence</a:t>
            </a:r>
          </a:p>
          <a:p>
            <a:pPr lvl="1"/>
            <a:r>
              <a:t>Internet of Things (IoT)</a:t>
            </a:r>
          </a:p>
          <a:p>
            <a:pPr lvl="1"/>
            <a:r>
              <a:t>Blockchain</a:t>
            </a:r>
          </a:p>
          <a:p>
            <a:pPr lvl="1"/>
            <a:r>
              <a:t>Big Data analytics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IT in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E-commerce</a:t>
            </a:r>
          </a:p>
          <a:p>
            <a:pPr lvl="1"/>
            <a:r>
              <a:t>ERP systems</a:t>
            </a:r>
          </a:p>
          <a:p>
            <a:pPr lvl="1"/>
            <a:r>
              <a:t>CRM systems</a:t>
            </a:r>
          </a:p>
          <a:p>
            <a:pPr lvl="1"/>
            <a:r>
              <a:t>Business Intelligence</a:t>
            </a:r>
          </a:p>
          <a:p>
            <a:pPr lvl="1"/>
            <a:r>
              <a:t>Remote collaboration tools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in Education and Society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E-learning platforms</a:t>
            </a:r>
          </a:p>
          <a:p>
            <a:pPr lvl="1"/>
            <a:r>
              <a:t>Digital libraries</a:t>
            </a:r>
          </a:p>
          <a:p>
            <a:pPr lvl="1"/>
            <a:r>
              <a:t>Social media communication</a:t>
            </a:r>
          </a:p>
          <a:p>
            <a:pPr lvl="1"/>
            <a:r>
              <a:t>Global awareness and connectivity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IT in Modern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Improves efficiency</a:t>
            </a:r>
          </a:p>
          <a:p>
            <a:pPr lvl="1"/>
            <a:r>
              <a:t>Supports communication</a:t>
            </a:r>
          </a:p>
          <a:p>
            <a:pPr lvl="1"/>
            <a:r>
              <a:t>Enables innovation</a:t>
            </a:r>
          </a:p>
          <a:p>
            <a:pPr lvl="1"/>
            <a:r>
              <a:t>Enhances customer experience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Resource Planning (ERP)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Integrated business management system</a:t>
            </a:r>
          </a:p>
          <a:p>
            <a:pPr lvl="1"/>
            <a:r>
              <a:t>Modules: Finance, HR, Inventory, Sales</a:t>
            </a:r>
          </a:p>
          <a:p>
            <a:pPr lvl="1"/>
            <a:r>
              <a:t>Centralized database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ERP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 database</a:t>
            </a:r>
          </a:p>
          <a:p>
            <a:pPr lvl="1"/>
            <a:r>
              <a:t>Integrated workflows</a:t>
            </a:r>
          </a:p>
          <a:p>
            <a:pPr lvl="1"/>
            <a:r>
              <a:t>Real-time data updates</a:t>
            </a:r>
          </a:p>
          <a:p>
            <a:pPr lvl="1"/>
            <a:r>
              <a:t>Automation of tasks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ERP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productivity</a:t>
            </a:r>
          </a:p>
          <a:p>
            <a:pPr lvl="1"/>
            <a:r>
              <a:t>Real-time reporting</a:t>
            </a:r>
          </a:p>
          <a:p>
            <a:pPr lvl="1"/>
            <a:r>
              <a:t>Cost reduction</a:t>
            </a:r>
          </a:p>
          <a:p>
            <a:pPr lvl="1"/>
            <a:r>
              <a:t>Scalability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ERP Deployment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On-Premise ERP</a:t>
            </a:r>
          </a:p>
          <a:p>
            <a:pPr lvl="1"/>
            <a:r>
              <a:t>Cloud ERP</a:t>
            </a:r>
          </a:p>
          <a:p>
            <a:pPr lvl="1"/>
            <a:r>
              <a:t>Hybrid ERP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ERP vs CRM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ERP manages internal processes</a:t>
            </a:r>
          </a:p>
          <a:p>
            <a:pPr lvl="1"/>
            <a:r>
              <a:t>CRM manages customer relationships</a:t>
            </a:r>
          </a:p>
          <a:p>
            <a:pPr lvl="1"/>
            <a:r>
              <a:t>Both improve efficiency and growth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Strategy vs IT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strategy defines goals</a:t>
            </a:r>
          </a:p>
          <a:p>
            <a:pPr lvl="1"/>
            <a:r>
              <a:t>IT strategy supports technology needs</a:t>
            </a:r>
          </a:p>
          <a:p>
            <a:pPr lvl="1"/>
            <a:r>
              <a:t>Alignment ensures success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Alignment Capability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Synchronizes business and IT</a:t>
            </a:r>
          </a:p>
          <a:p>
            <a:pPr lvl="1"/>
            <a:r>
              <a:t>Strong communication</a:t>
            </a:r>
          </a:p>
          <a:p>
            <a:pPr lvl="1"/>
            <a:r>
              <a:t>Shared goals</a:t>
            </a:r>
          </a:p>
          <a:p>
            <a:pPr lvl="1"/>
            <a:r>
              <a:t>Governance and flexibility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Structured data</a:t>
            </a:r>
          </a:p>
          <a:p>
            <a:pPr lvl="1"/>
            <a:r>
              <a:t>Semi-structured data</a:t>
            </a:r>
          </a:p>
          <a:p>
            <a:pPr lvl="1"/>
            <a:r>
              <a:t>Unstructured data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Tabular format</a:t>
            </a:r>
          </a:p>
          <a:p>
            <a:pPr lvl="1"/>
            <a:r>
              <a:t>Predefined schema</a:t>
            </a:r>
          </a:p>
          <a:p>
            <a:pPr lvl="1"/>
            <a:r>
              <a:t>Stored in relational databases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Semi-Structured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JSON, XML</a:t>
            </a:r>
          </a:p>
          <a:p>
            <a:pPr lvl="1"/>
            <a:r>
              <a:t>Tags and key-value pairs</a:t>
            </a:r>
          </a:p>
          <a:p>
            <a:pPr lvl="1"/>
            <a:r>
              <a:t>Common in web applications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Unstructured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documents</a:t>
            </a:r>
          </a:p>
          <a:p>
            <a:pPr lvl="1"/>
            <a:r>
              <a:t>Images and videos</a:t>
            </a:r>
          </a:p>
          <a:p>
            <a:pPr lvl="1"/>
            <a:r>
              <a:t>Social media content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Internal data</a:t>
            </a:r>
          </a:p>
          <a:p>
            <a:pPr lvl="1"/>
            <a:r>
              <a:t>Third-party analytics</a:t>
            </a:r>
          </a:p>
          <a:p>
            <a:pPr lvl="1"/>
            <a:r>
              <a:t>External data</a:t>
            </a:r>
          </a:p>
          <a:p>
            <a:pPr lvl="1"/>
            <a:r>
              <a:t>Open data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Qualitative vs Quantitative</a:t>
            </a:r>
          </a:p>
          <a:p>
            <a:pPr lvl="1"/>
            <a:r>
              <a:t>Primary vs Secondary data</a:t>
            </a:r>
          </a:p>
          <a:p>
            <a:pPr lvl="1"/>
            <a:r>
              <a:t>Surveys, interviews, reports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Lifecycle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creation</a:t>
            </a:r>
          </a:p>
          <a:p>
            <a:pPr lvl="1"/>
            <a:r>
              <a:t>Storage</a:t>
            </a:r>
          </a:p>
          <a:p>
            <a:pPr lvl="1"/>
            <a:r>
              <a:t>Usage</a:t>
            </a:r>
          </a:p>
          <a:p>
            <a:pPr lvl="1"/>
            <a:r>
              <a:t>Archiving and deletion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Business Analyst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business needs</a:t>
            </a:r>
          </a:p>
          <a:p>
            <a:pPr lvl="1"/>
            <a:r>
              <a:t>Gather requirements</a:t>
            </a:r>
          </a:p>
          <a:p>
            <a:pPr lvl="1"/>
            <a:r>
              <a:t>Improve processes</a:t>
            </a:r>
          </a:p>
          <a:p>
            <a:pPr lvl="1"/>
            <a:r>
              <a:t>Support implementation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Analysis Methodologies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Waterfall (sequential)</a:t>
            </a:r>
          </a:p>
          <a:p>
            <a:pPr lvl="1"/>
            <a:r>
              <a:t>Agile (iterative)</a:t>
            </a:r>
          </a:p>
          <a:p>
            <a:pPr lvl="1"/>
            <a:r>
              <a:t>Choose based on project needs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stakeholders</a:t>
            </a:r>
          </a:p>
          <a:p>
            <a:pPr lvl="1"/>
            <a:r>
              <a:t>Analyze influence and interest</a:t>
            </a:r>
          </a:p>
          <a:p>
            <a:pPr lvl="1"/>
            <a:r>
              <a:t>Engage and communicate effectively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Best-case scenario</a:t>
            </a:r>
          </a:p>
          <a:p>
            <a:pPr lvl="1"/>
            <a:r>
              <a:t>Worst-case scenario</a:t>
            </a:r>
          </a:p>
          <a:p>
            <a:pPr lvl="1"/>
            <a:r>
              <a:t>Most-likely scenario</a:t>
            </a:r>
          </a:p>
          <a:p>
            <a:pPr lvl="1"/>
            <a:r>
              <a:t>Supports risk management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Policies and standards</a:t>
            </a:r>
          </a:p>
          <a:p>
            <a:pPr lvl="1"/>
            <a:r>
              <a:t>Ensures data quality</a:t>
            </a:r>
          </a:p>
          <a:p>
            <a:pPr lvl="1"/>
            <a:r>
              <a:t>Defines roles and responsibilities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Use of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Consent and transparency</a:t>
            </a:r>
          </a:p>
          <a:p>
            <a:pPr lvl="1"/>
            <a:r>
              <a:t>Fairness</a:t>
            </a:r>
          </a:p>
          <a:p>
            <a:pPr lvl="1"/>
            <a:r>
              <a:t>Data minimization</a:t>
            </a:r>
          </a:p>
          <a:p>
            <a:pPr lvl="1"/>
            <a:r>
              <a:t>Accountability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GDPR vs CCPA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Both protect personal data</a:t>
            </a:r>
          </a:p>
          <a:p>
            <a:pPr lvl="1"/>
            <a:r>
              <a:t>GDPR broader and stricter</a:t>
            </a:r>
          </a:p>
          <a:p>
            <a:pPr lvl="1"/>
            <a:r>
              <a:t>CCPA focuses on consumer rights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is essential in modern organizations</a:t>
            </a:r>
          </a:p>
          <a:p>
            <a:pPr lvl="1"/>
            <a:r>
              <a:t>Supports strategy and innovation</a:t>
            </a:r>
          </a:p>
          <a:p>
            <a:pPr lvl="1"/>
            <a:r>
              <a:t>Drives digital transformation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</TotalTime>
  <Words>587</Words>
  <Application>Microsoft Office PowerPoint</Application>
  <PresentationFormat>On-screen Show (4:3)</PresentationFormat>
  <Paragraphs>169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Century Gothic</vt:lpstr>
      <vt:lpstr>Wingdings 3</vt:lpstr>
      <vt:lpstr>Ion Boardroom</vt:lpstr>
      <vt:lpstr>Information Technology</vt:lpstr>
      <vt:lpstr>What is Information Technology?</vt:lpstr>
      <vt:lpstr>IT vs Computer Science</vt:lpstr>
      <vt:lpstr>Importance of IT</vt:lpstr>
      <vt:lpstr>Core Components of IT</vt:lpstr>
      <vt:lpstr>Computer Hardware</vt:lpstr>
      <vt:lpstr>Computer Software</vt:lpstr>
      <vt:lpstr>Networking and Internet</vt:lpstr>
      <vt:lpstr>Database Management Systems (DBMS)</vt:lpstr>
      <vt:lpstr>Information Security &amp; Cybersecurity</vt:lpstr>
      <vt:lpstr>Cloud Computing</vt:lpstr>
      <vt:lpstr>Emerging IT Technologies</vt:lpstr>
      <vt:lpstr>Applications of IT in Business</vt:lpstr>
      <vt:lpstr>IT in Education and Society</vt:lpstr>
      <vt:lpstr>Role of IT in Modern Business</vt:lpstr>
      <vt:lpstr>Enterprise Resource Planning (ERP)</vt:lpstr>
      <vt:lpstr>How ERP Works</vt:lpstr>
      <vt:lpstr>ERP Benefits</vt:lpstr>
      <vt:lpstr>ERP Deployment Types</vt:lpstr>
      <vt:lpstr>ERP vs CRM</vt:lpstr>
      <vt:lpstr>Business Strategy vs IT Strategy</vt:lpstr>
      <vt:lpstr>Alignment Capability</vt:lpstr>
      <vt:lpstr>Types of Data</vt:lpstr>
      <vt:lpstr>Structured Data</vt:lpstr>
      <vt:lpstr>Semi-Structured Data</vt:lpstr>
      <vt:lpstr>Unstructured Data</vt:lpstr>
      <vt:lpstr>Data Sources</vt:lpstr>
      <vt:lpstr>Data Collection</vt:lpstr>
      <vt:lpstr>Data Lifecycle Management</vt:lpstr>
      <vt:lpstr>Role of Business Analyst</vt:lpstr>
      <vt:lpstr>Business Analysis Methodologies</vt:lpstr>
      <vt:lpstr>Stakeholder Management</vt:lpstr>
      <vt:lpstr>Scenario Analysis</vt:lpstr>
      <vt:lpstr>Data Governance</vt:lpstr>
      <vt:lpstr>Ethical Use of Data</vt:lpstr>
      <vt:lpstr>GDPR vs CCPA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adway rakshit</cp:lastModifiedBy>
  <cp:revision>2</cp:revision>
  <dcterms:created xsi:type="dcterms:W3CDTF">2013-01-27T09:14:16Z</dcterms:created>
  <dcterms:modified xsi:type="dcterms:W3CDTF">2026-02-23T10:21:51Z</dcterms:modified>
  <cp:category/>
</cp:coreProperties>
</file>